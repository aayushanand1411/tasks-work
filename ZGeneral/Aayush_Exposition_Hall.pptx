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BB2403-EB39-4AFD-BA96-53B4D3D717AE}">
  <a:tblStyle styleId="{07BB2403-EB39-4AFD-BA96-53B4D3D717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6EB9CDE-81CD-4466-907D-D68CF6D87D8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b913dd0f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b913dd0f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b913dd0f6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b913dd0f6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2b6df69e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2b6df69e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2b6df69e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2b6df69e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3d18358a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3d18358a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b913dd0f6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b913dd0f6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8" y="65809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770648" y="164511"/>
            <a:ext cx="76026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 Based Web Application for SQAG Document’s Verification</a:t>
            </a:r>
            <a:endParaRPr b="1"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02200" y="1259523"/>
            <a:ext cx="81570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verification of SRS is time-consuming, inconsistent, and difficult. This work addresses the need for an LLM-based web application that automatically analyzes SRS documents, checks compliance against SQAG checklist, highlights compliance and non </a:t>
            </a: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compliance</a:t>
            </a:r>
            <a:r>
              <a:rPr lang="en-GB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areas, and generates explainable reports rapidly.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086" y="89192"/>
            <a:ext cx="548700" cy="60256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675400" y="2636486"/>
            <a:ext cx="7831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Aayush Anand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9E9E9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05857" y="3264455"/>
            <a:ext cx="17490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1" name="Google Shape;61;p13"/>
          <p:cNvGraphicFramePr/>
          <p:nvPr/>
        </p:nvGraphicFramePr>
        <p:xfrm>
          <a:off x="1003759" y="3787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{07BB2403-EB39-4AFD-BA96-53B4D3D717AE}</a:tableStyleId>
              </a:tblPr>
              <a:tblGrid>
                <a:gridCol w="382850"/>
                <a:gridCol w="4093750"/>
              </a:tblGrid>
              <a:tr h="70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MB Sai Charan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Scientist-C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Kalidasu</a:t>
                      </a:r>
                      <a:r>
                        <a:rPr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Scientist-E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7998" y="3044284"/>
            <a:ext cx="3166421" cy="167918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145906" y="4778714"/>
            <a:ext cx="87477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Directorate of Artificial Intelligence and Visualization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8" y="65809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086" y="89192"/>
            <a:ext cx="548700" cy="60256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831275" y="164514"/>
            <a:ext cx="74487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815550" y="858725"/>
            <a:ext cx="7656900" cy="27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proposed solution follows a three-phased approach to transform unstructured PDF documents into verifiable, structured intelligence: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I: Data Ingestion &amp; Enrichment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Extracts raw content while preserving visual context through multimodal captioning, converting PDFs into rich Markdown.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II: Structural Standardization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semantic analysis to map inconsistent section headers to a unified template, creating a normalized JSON dataset.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III: Automated Logic Verification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Deploys </a:t>
            </a:r>
            <a:r>
              <a:rPr lang="en-GB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GLM-4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audit requirements against a standard checklist, providing Compliance and Non Compliance with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225" y="3653074"/>
            <a:ext cx="6673326" cy="14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8" y="65809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086" y="89192"/>
            <a:ext cx="548700" cy="60256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831275" y="164514"/>
            <a:ext cx="74487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latin typeface="Times New Roman"/>
                <a:ea typeface="Times New Roman"/>
                <a:cs typeface="Times New Roman"/>
                <a:sym typeface="Times New Roman"/>
              </a:rPr>
              <a:t>System Implementation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75" y="716375"/>
            <a:ext cx="8946675" cy="461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8" y="65809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086" y="89192"/>
            <a:ext cx="548700" cy="60256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831275" y="164514"/>
            <a:ext cx="74487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701375" y="857250"/>
            <a:ext cx="5174700" cy="13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Checklist-Level Classification Performance:  To assess classification performance, automated compliance predictions were compared with manually annotated ground truth labels.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5450" y="857250"/>
            <a:ext cx="2547150" cy="18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2675" y="2075175"/>
            <a:ext cx="3931925" cy="2905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5064475" y="3198000"/>
            <a:ext cx="3931800" cy="19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 Evaluation Metrics: Standard classification metrics were computed to further evaluate system performance.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8" y="65809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086" y="89192"/>
            <a:ext cx="548700" cy="60256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831275" y="164514"/>
            <a:ext cx="74487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latin typeface="Times New Roman"/>
                <a:ea typeface="Times New Roman"/>
                <a:cs typeface="Times New Roman"/>
                <a:sym typeface="Times New Roman"/>
              </a:rPr>
              <a:t>continue…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701375" y="857250"/>
            <a:ext cx="7578600" cy="13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Explanation Quality Evaluation: Beyond classification accuracy, the interpretability of model outputs is critical for real-world adoption. The quality of generated explanations was evaluated using three qualitative metrics: faithfulness, relevance, and contextual accuracy.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4" name="Google Shape;104;p17"/>
          <p:cNvGraphicFramePr/>
          <p:nvPr/>
        </p:nvGraphicFramePr>
        <p:xfrm>
          <a:off x="1008270" y="24577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{D6EB9CDE-81CD-4466-907D-D68CF6D87D82}</a:tableStyleId>
              </a:tblPr>
              <a:tblGrid>
                <a:gridCol w="1328350"/>
                <a:gridCol w="931100"/>
                <a:gridCol w="5189250"/>
              </a:tblGrid>
              <a:tr h="422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Score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Interpretation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22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Faithfulness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0.783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explanations are well-grounded in the source document content.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22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Relevance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0.849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</a:t>
                      </a:r>
                      <a:r>
                        <a:rPr lang="en-GB" sz="1600">
                          <a:solidFill>
                            <a:srgbClr val="001D3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ensures the answer directly addresses the user query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5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Contextual Accuracy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0.616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</a:t>
                      </a:r>
                      <a:r>
                        <a:rPr lang="en-GB" sz="1600">
                          <a:solidFill>
                            <a:srgbClr val="001D3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retrieved information is actually relevant to the prompt</a:t>
                      </a:r>
                      <a:r>
                        <a:rPr lang="en-GB" sz="1600">
                          <a:solidFill>
                            <a:srgbClr val="0A0A0A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22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32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1152475"/>
            <a:ext cx="8520600" cy="33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SQAG compliance verification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a multimodal LLM framework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</a:t>
            </a:r>
            <a:r>
              <a:rPr b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pre-screening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generating compliance reports in ~2 minutes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Highly configurable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new document types through checklist, prompt, and weight updates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</a:t>
            </a:r>
            <a:r>
              <a:rPr b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and diagram understanding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complex SRS documents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as a </a:t>
            </a:r>
            <a:r>
              <a:rPr b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decision-support tool.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8" y="65809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086" y="89192"/>
            <a:ext cx="548700" cy="60256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831275" y="2134076"/>
            <a:ext cx="7448700" cy="27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