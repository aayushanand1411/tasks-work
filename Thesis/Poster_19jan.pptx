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1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5" d="100"/>
          <a:sy n="35" d="100"/>
        </p:scale>
        <p:origin x="864" y="-1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Anand" userId="871d690d7b91f8e5" providerId="LiveId" clId="{32E43D1C-17C9-4B01-9BD8-C2EFDE1EEB0F}"/>
    <pc:docChg chg="undo custSel modSld">
      <pc:chgData name="Aayush Anand" userId="871d690d7b91f8e5" providerId="LiveId" clId="{32E43D1C-17C9-4B01-9BD8-C2EFDE1EEB0F}" dt="2026-01-19T08:59:18.847" v="2058" actId="1035"/>
      <pc:docMkLst>
        <pc:docMk/>
      </pc:docMkLst>
      <pc:sldChg chg="addSp delSp modSp mod setBg">
        <pc:chgData name="Aayush Anand" userId="871d690d7b91f8e5" providerId="LiveId" clId="{32E43D1C-17C9-4B01-9BD8-C2EFDE1EEB0F}" dt="2026-01-19T08:59:18.847" v="2058" actId="1035"/>
        <pc:sldMkLst>
          <pc:docMk/>
          <pc:sldMk cId="1567899150" sldId="256"/>
        </pc:sldMkLst>
        <pc:spChg chg="mod">
          <ac:chgData name="Aayush Anand" userId="871d690d7b91f8e5" providerId="LiveId" clId="{32E43D1C-17C9-4B01-9BD8-C2EFDE1EEB0F}" dt="2026-01-19T08:39:22.007" v="809" actId="403"/>
          <ac:spMkLst>
            <pc:docMk/>
            <pc:sldMk cId="1567899150" sldId="256"/>
            <ac:spMk id="5" creationId="{45C92719-3FDC-4F86-A2A2-9F19CC104926}"/>
          </ac:spMkLst>
        </pc:spChg>
        <pc:spChg chg="mod">
          <ac:chgData name="Aayush Anand" userId="871d690d7b91f8e5" providerId="LiveId" clId="{32E43D1C-17C9-4B01-9BD8-C2EFDE1EEB0F}" dt="2026-01-19T08:30:01.561" v="239" actId="14100"/>
          <ac:spMkLst>
            <pc:docMk/>
            <pc:sldMk cId="1567899150" sldId="256"/>
            <ac:spMk id="6" creationId="{03E53B97-32A3-412F-B15C-57F24C485F20}"/>
          </ac:spMkLst>
        </pc:spChg>
        <pc:spChg chg="mod">
          <ac:chgData name="Aayush Anand" userId="871d690d7b91f8e5" providerId="LiveId" clId="{32E43D1C-17C9-4B01-9BD8-C2EFDE1EEB0F}" dt="2026-01-19T08:57:03.135" v="1996" actId="20577"/>
          <ac:spMkLst>
            <pc:docMk/>
            <pc:sldMk cId="1567899150" sldId="256"/>
            <ac:spMk id="7" creationId="{EB37837D-2FE1-47ED-80E3-731C2A73CE50}"/>
          </ac:spMkLst>
        </pc:spChg>
        <pc:spChg chg="mod">
          <ac:chgData name="Aayush Anand" userId="871d690d7b91f8e5" providerId="LiveId" clId="{32E43D1C-17C9-4B01-9BD8-C2EFDE1EEB0F}" dt="2026-01-19T08:30:31.449" v="263" actId="14100"/>
          <ac:spMkLst>
            <pc:docMk/>
            <pc:sldMk cId="1567899150" sldId="256"/>
            <ac:spMk id="8" creationId="{75E8A91D-2961-4563-B284-3266743D1485}"/>
          </ac:spMkLst>
        </pc:spChg>
        <pc:spChg chg="del mod">
          <ac:chgData name="Aayush Anand" userId="871d690d7b91f8e5" providerId="LiveId" clId="{32E43D1C-17C9-4B01-9BD8-C2EFDE1EEB0F}" dt="2026-01-19T08:57:37.303" v="1997" actId="478"/>
          <ac:spMkLst>
            <pc:docMk/>
            <pc:sldMk cId="1567899150" sldId="256"/>
            <ac:spMk id="11" creationId="{E6C5D778-CF21-4ED5-84DD-567548834EBE}"/>
          </ac:spMkLst>
        </pc:spChg>
        <pc:spChg chg="mod">
          <ac:chgData name="Aayush Anand" userId="871d690d7b91f8e5" providerId="LiveId" clId="{32E43D1C-17C9-4B01-9BD8-C2EFDE1EEB0F}" dt="2026-01-19T08:33:41.640" v="540" actId="1036"/>
          <ac:spMkLst>
            <pc:docMk/>
            <pc:sldMk cId="1567899150" sldId="256"/>
            <ac:spMk id="12" creationId="{973A99A8-6737-4966-BEB9-7B8287BFB2B2}"/>
          </ac:spMkLst>
        </pc:spChg>
        <pc:spChg chg="mod">
          <ac:chgData name="Aayush Anand" userId="871d690d7b91f8e5" providerId="LiveId" clId="{32E43D1C-17C9-4B01-9BD8-C2EFDE1EEB0F}" dt="2026-01-19T08:59:18.847" v="2058" actId="1035"/>
          <ac:spMkLst>
            <pc:docMk/>
            <pc:sldMk cId="1567899150" sldId="256"/>
            <ac:spMk id="13" creationId="{9203FFD6-0476-4903-95C1-BA7F0DEE31EC}"/>
          </ac:spMkLst>
        </pc:spChg>
        <pc:spChg chg="mod">
          <ac:chgData name="Aayush Anand" userId="871d690d7b91f8e5" providerId="LiveId" clId="{32E43D1C-17C9-4B01-9BD8-C2EFDE1EEB0F}" dt="2026-01-19T08:37:49.054" v="661" actId="404"/>
          <ac:spMkLst>
            <pc:docMk/>
            <pc:sldMk cId="1567899150" sldId="256"/>
            <ac:spMk id="14" creationId="{3541188D-6998-44DB-913A-92217AACDFD7}"/>
          </ac:spMkLst>
        </pc:spChg>
        <pc:spChg chg="mod">
          <ac:chgData name="Aayush Anand" userId="871d690d7b91f8e5" providerId="LiveId" clId="{32E43D1C-17C9-4B01-9BD8-C2EFDE1EEB0F}" dt="2026-01-19T08:58:01.090" v="1998" actId="1076"/>
          <ac:spMkLst>
            <pc:docMk/>
            <pc:sldMk cId="1567899150" sldId="256"/>
            <ac:spMk id="17" creationId="{C76BF7D0-7107-4F0B-9728-49E9014D5018}"/>
          </ac:spMkLst>
        </pc:spChg>
        <pc:spChg chg="mod">
          <ac:chgData name="Aayush Anand" userId="871d690d7b91f8e5" providerId="LiveId" clId="{32E43D1C-17C9-4B01-9BD8-C2EFDE1EEB0F}" dt="2026-01-19T08:58:54.629" v="2046" actId="404"/>
          <ac:spMkLst>
            <pc:docMk/>
            <pc:sldMk cId="1567899150" sldId="256"/>
            <ac:spMk id="18" creationId="{038633E2-46E0-4EA0-8072-B2A526A7D652}"/>
          </ac:spMkLst>
        </pc:spChg>
        <pc:spChg chg="mod">
          <ac:chgData name="Aayush Anand" userId="871d690d7b91f8e5" providerId="LiveId" clId="{32E43D1C-17C9-4B01-9BD8-C2EFDE1EEB0F}" dt="2026-01-19T08:58:44.597" v="2033" actId="404"/>
          <ac:spMkLst>
            <pc:docMk/>
            <pc:sldMk cId="1567899150" sldId="256"/>
            <ac:spMk id="21" creationId="{B8ECE1BF-CB57-4102-810E-01086160E1ED}"/>
          </ac:spMkLst>
        </pc:spChg>
        <pc:spChg chg="del mod">
          <ac:chgData name="Aayush Anand" userId="871d690d7b91f8e5" providerId="LiveId" clId="{32E43D1C-17C9-4B01-9BD8-C2EFDE1EEB0F}" dt="2026-01-19T08:16:06.153" v="1" actId="478"/>
          <ac:spMkLst>
            <pc:docMk/>
            <pc:sldMk cId="1567899150" sldId="256"/>
            <ac:spMk id="22" creationId="{17A4BF4E-8E30-4D6A-AA87-82A2D89D19B7}"/>
          </ac:spMkLst>
        </pc:spChg>
        <pc:spChg chg="add mod">
          <ac:chgData name="Aayush Anand" userId="871d690d7b91f8e5" providerId="LiveId" clId="{32E43D1C-17C9-4B01-9BD8-C2EFDE1EEB0F}" dt="2026-01-19T08:58:19.103" v="2015" actId="1036"/>
          <ac:spMkLst>
            <pc:docMk/>
            <pc:sldMk cId="1567899150" sldId="256"/>
            <ac:spMk id="23" creationId="{ACD10298-C7D1-414E-8879-89EE737DE395}"/>
          </ac:spMkLst>
        </pc:spChg>
        <pc:spChg chg="add mod">
          <ac:chgData name="Aayush Anand" userId="871d690d7b91f8e5" providerId="LiveId" clId="{32E43D1C-17C9-4B01-9BD8-C2EFDE1EEB0F}" dt="2026-01-19T08:58:10.565" v="1999" actId="1076"/>
          <ac:spMkLst>
            <pc:docMk/>
            <pc:sldMk cId="1567899150" sldId="256"/>
            <ac:spMk id="24" creationId="{0BE7FC5A-51F9-4DEF-AA97-6CDB6FF81283}"/>
          </ac:spMkLst>
        </pc:spChg>
        <pc:picChg chg="add del mod">
          <ac:chgData name="Aayush Anand" userId="871d690d7b91f8e5" providerId="LiveId" clId="{32E43D1C-17C9-4B01-9BD8-C2EFDE1EEB0F}" dt="2026-01-19T08:34:41.616" v="556" actId="478"/>
          <ac:picMkLst>
            <pc:docMk/>
            <pc:sldMk cId="1567899150" sldId="256"/>
            <ac:picMk id="3" creationId="{B08E1F79-4408-4D8E-A975-F9C591281152}"/>
          </ac:picMkLst>
        </pc:picChg>
        <pc:picChg chg="add mod">
          <ac:chgData name="Aayush Anand" userId="871d690d7b91f8e5" providerId="LiveId" clId="{32E43D1C-17C9-4B01-9BD8-C2EFDE1EEB0F}" dt="2026-01-19T08:40:22.508" v="811" actId="14100"/>
          <ac:picMkLst>
            <pc:docMk/>
            <pc:sldMk cId="1567899150" sldId="256"/>
            <ac:picMk id="9" creationId="{F343D30F-7F31-40D0-906F-89A152143D24}"/>
          </ac:picMkLst>
        </pc:picChg>
        <pc:picChg chg="del mod">
          <ac:chgData name="Aayush Anand" userId="871d690d7b91f8e5" providerId="LiveId" clId="{32E43D1C-17C9-4B01-9BD8-C2EFDE1EEB0F}" dt="2026-01-19T08:28:24.175" v="165" actId="478"/>
          <ac:picMkLst>
            <pc:docMk/>
            <pc:sldMk cId="1567899150" sldId="256"/>
            <ac:picMk id="16" creationId="{2137B186-0A0C-4A7E-B672-EE2E27E97003}"/>
          </ac:picMkLst>
        </pc:picChg>
        <pc:picChg chg="mod">
          <ac:chgData name="Aayush Anand" userId="871d690d7b91f8e5" providerId="LiveId" clId="{32E43D1C-17C9-4B01-9BD8-C2EFDE1EEB0F}" dt="2026-01-19T08:38:48.685" v="802" actId="1037"/>
          <ac:picMkLst>
            <pc:docMk/>
            <pc:sldMk cId="1567899150" sldId="256"/>
            <ac:picMk id="1026" creationId="{C6ED152C-4F85-4E08-BF0B-BA0D4CDDBB39}"/>
          </ac:picMkLst>
        </pc:picChg>
        <pc:picChg chg="mod">
          <ac:chgData name="Aayush Anand" userId="871d690d7b91f8e5" providerId="LiveId" clId="{32E43D1C-17C9-4B01-9BD8-C2EFDE1EEB0F}" dt="2026-01-19T08:38:48.685" v="802" actId="1037"/>
          <ac:picMkLst>
            <pc:docMk/>
            <pc:sldMk cId="1567899150" sldId="256"/>
            <ac:picMk id="1028" creationId="{5D7604C1-1F5D-48E0-AAF8-A2246E6F42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43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9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58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5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85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70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5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5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54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3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7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6884C-1282-4532-866C-46A194FE814C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DF571-7D33-4581-9AB5-07B9BC56B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18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1">
                <a:lumMod val="5000"/>
                <a:lumOff val="9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C92719-3FDC-4F86-A2A2-9F19CC104926}"/>
              </a:ext>
            </a:extLst>
          </p:cNvPr>
          <p:cNvSpPr/>
          <p:nvPr/>
        </p:nvSpPr>
        <p:spPr>
          <a:xfrm>
            <a:off x="2964494" y="861829"/>
            <a:ext cx="15457714" cy="2438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LLM Based Web Application For SQAG Document’s Verification</a:t>
            </a:r>
            <a:endParaRPr lang="en-US" sz="4000" b="1" dirty="0">
              <a:solidFill>
                <a:schemeClr val="tx1"/>
              </a:solidFill>
            </a:endParaRP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Aayush Anand    M.B Sai </a:t>
            </a:r>
            <a:r>
              <a:rPr lang="en-US" sz="4000" b="1" dirty="0" err="1">
                <a:solidFill>
                  <a:schemeClr val="tx1"/>
                </a:solidFill>
              </a:rPr>
              <a:t>Charan</a:t>
            </a:r>
            <a:r>
              <a:rPr lang="en-US" sz="4000" b="1" dirty="0">
                <a:solidFill>
                  <a:schemeClr val="tx1"/>
                </a:solidFill>
              </a:rPr>
              <a:t> (Sci-C), </a:t>
            </a:r>
            <a:r>
              <a:rPr lang="en-US" sz="4000" b="1" dirty="0" err="1">
                <a:solidFill>
                  <a:schemeClr val="tx1"/>
                </a:solidFill>
              </a:rPr>
              <a:t>A.Kalidasu</a:t>
            </a:r>
            <a:r>
              <a:rPr lang="en-US" sz="4000" b="1" dirty="0">
                <a:solidFill>
                  <a:schemeClr val="tx1"/>
                </a:solidFill>
              </a:rPr>
              <a:t> (Sci-E)</a:t>
            </a:r>
            <a:endParaRPr lang="en-IN" sz="40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Research Centre Imarat (RCI)•DRDO | LinkedIn">
            <a:extLst>
              <a:ext uri="{FF2B5EF4-FFF2-40B4-BE49-F238E27FC236}">
                <a16:creationId xmlns:a16="http://schemas.microsoft.com/office/drawing/2014/main" id="{C6ED152C-4F85-4E08-BF0B-BA0D4CDDB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13" y="861829"/>
            <a:ext cx="23050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FENCE INSTITUTE OF ADVANCED TECHNOLOGY">
            <a:extLst>
              <a:ext uri="{FF2B5EF4-FFF2-40B4-BE49-F238E27FC236}">
                <a16:creationId xmlns:a16="http://schemas.microsoft.com/office/drawing/2014/main" id="{5D7604C1-1F5D-48E0-AAF8-A2246E6F4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0639" y="861828"/>
            <a:ext cx="2305051" cy="225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E53B97-32A3-412F-B15C-57F24C485F20}"/>
              </a:ext>
            </a:extLst>
          </p:cNvPr>
          <p:cNvSpPr/>
          <p:nvPr/>
        </p:nvSpPr>
        <p:spPr>
          <a:xfrm>
            <a:off x="603504" y="3400972"/>
            <a:ext cx="6126480" cy="61601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Overview</a:t>
            </a:r>
          </a:p>
          <a:p>
            <a:pPr algn="ctr"/>
            <a:endParaRPr lang="en-US" sz="1000" b="1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Software Quality Assurance Group (SQAG) under DRDO reviews a large number of technical documents such as SRS, SDD, ICD, and test plans.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Many incoming documents suffer from incorrect templates, missing sections, irrelevant content, and unclear diagrams, making manual review slow and inconsistent.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This project proposes an AI-assisted initial screening and verification system to reduce reviewer burden and improve standardization.</a:t>
            </a:r>
            <a:endParaRPr lang="en-IN" sz="36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7837D-2FE1-47ED-80E3-731C2A73CE50}"/>
              </a:ext>
            </a:extLst>
          </p:cNvPr>
          <p:cNvSpPr/>
          <p:nvPr/>
        </p:nvSpPr>
        <p:spPr>
          <a:xfrm>
            <a:off x="7150608" y="3400972"/>
            <a:ext cx="7004304" cy="61601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Problem Statement</a:t>
            </a:r>
          </a:p>
          <a:p>
            <a:pPr algn="ctr"/>
            <a:endParaRPr lang="en-US" sz="1000" b="1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M</a:t>
            </a:r>
            <a:r>
              <a:rPr lang="en-US" sz="2800" dirty="0"/>
              <a:t>anual verification of Software Requirement Specification (SRS) documents within SQAG is time-consuming due to inconsistent formats, non-standard terminology, and structural variations. Many submissions contain missing or poorly defined sections that do not follow prescribed templates, complicating systematic review. Embedded images and vector diagrams are not machine-readable and often lack descriptive context which increasing reviewer workload. These issues result in longer review cycles and reduced verification efficiency.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8A91D-2961-4563-B284-3266743D1485}"/>
              </a:ext>
            </a:extLst>
          </p:cNvPr>
          <p:cNvSpPr/>
          <p:nvPr/>
        </p:nvSpPr>
        <p:spPr>
          <a:xfrm>
            <a:off x="14575537" y="3400972"/>
            <a:ext cx="6126480" cy="61601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Objective</a:t>
            </a:r>
          </a:p>
          <a:p>
            <a:pPr algn="ctr"/>
            <a:endParaRPr lang="en-IN" sz="1000" b="1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Develop an LLM-based web application for SRS verification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Build a modular AI pipeline with independent components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Automate PDF pre-processing and image understanding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Perform semantic section mapping to SQAG templates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Enable prompt-driven compliance checking.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Provide an interactive Streamlit dashboard with scoring, feedback and reports to download.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3A99A8-6737-4966-BEB9-7B8287BFB2B2}"/>
              </a:ext>
            </a:extLst>
          </p:cNvPr>
          <p:cNvSpPr/>
          <p:nvPr/>
        </p:nvSpPr>
        <p:spPr>
          <a:xfrm>
            <a:off x="603504" y="9872855"/>
            <a:ext cx="20098513" cy="657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System Architecture</a:t>
            </a:r>
            <a:endParaRPr lang="en-IN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3FFD6-0476-4903-95C1-BA7F0DEE31EC}"/>
              </a:ext>
            </a:extLst>
          </p:cNvPr>
          <p:cNvSpPr/>
          <p:nvPr/>
        </p:nvSpPr>
        <p:spPr>
          <a:xfrm>
            <a:off x="603503" y="10945821"/>
            <a:ext cx="5468113" cy="46904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Phase I: Data Ingestion &amp; Enrichment</a:t>
            </a:r>
          </a:p>
          <a:p>
            <a:endParaRPr lang="en-IN" sz="11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PDF </a:t>
            </a:r>
            <a:r>
              <a:rPr lang="en-IN" sz="2800" dirty="0" err="1">
                <a:solidFill>
                  <a:schemeClr val="tx1"/>
                </a:solidFill>
              </a:rPr>
              <a:t>preprocessing</a:t>
            </a:r>
            <a:r>
              <a:rPr lang="en-IN" sz="2800" dirty="0">
                <a:solidFill>
                  <a:schemeClr val="tx1"/>
                </a:solidFill>
              </a:rPr>
              <a:t> (header/footer removal)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PDF → Markdown conversion using Docling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Image extraction and captioning using Gemma 3 (4B)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Reintegration of captions into Markdown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41188D-6998-44DB-913A-92217AACDFD7}"/>
              </a:ext>
            </a:extLst>
          </p:cNvPr>
          <p:cNvSpPr/>
          <p:nvPr/>
        </p:nvSpPr>
        <p:spPr>
          <a:xfrm>
            <a:off x="603503" y="22021800"/>
            <a:ext cx="7847769" cy="41338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RESULTS &amp; EVALUATION</a:t>
            </a:r>
          </a:p>
          <a:p>
            <a:pPr algn="just"/>
            <a:endParaRPr lang="en-US" sz="10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Tested on 7 SRS documents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100% heading mapping accuracy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100% image caption reintegration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80–90% LLM reasoning consistency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Review time reduced from hours to minutes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High repeatability and stability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Strong alignment with real SQAG workflows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6BF7D0-7107-4F0B-9728-49E9014D5018}"/>
              </a:ext>
            </a:extLst>
          </p:cNvPr>
          <p:cNvSpPr/>
          <p:nvPr/>
        </p:nvSpPr>
        <p:spPr>
          <a:xfrm>
            <a:off x="13697158" y="17859897"/>
            <a:ext cx="6949440" cy="4000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CHALLENGES</a:t>
            </a:r>
          </a:p>
          <a:p>
            <a:pPr algn="ctr"/>
            <a:endParaRPr lang="en-IN" sz="1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Irregular SRS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Complex diagrams and multi-part figures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Noisy PDF layouts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Semantic variation in section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LLM prompt sensitivity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Preventing hallucination and ensuring grounding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8633E2-46E0-4EA0-8072-B2A526A7D652}"/>
              </a:ext>
            </a:extLst>
          </p:cNvPr>
          <p:cNvSpPr/>
          <p:nvPr/>
        </p:nvSpPr>
        <p:spPr>
          <a:xfrm>
            <a:off x="622554" y="26479500"/>
            <a:ext cx="12703702" cy="327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CONCLUSION</a:t>
            </a:r>
          </a:p>
          <a:p>
            <a:pPr algn="ctr"/>
            <a:endParaRPr lang="en-IN" sz="1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Successfully developed a LLM-based SRS verification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Reduced manual review effort significantly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Achieved structured, explainable compliance evaluation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Demonstrated practical use of multimodal LLMs in </a:t>
            </a:r>
            <a:r>
              <a:rPr lang="en-IN" sz="2800" dirty="0" err="1"/>
              <a:t>defense</a:t>
            </a:r>
            <a:r>
              <a:rPr lang="en-IN" sz="2800" dirty="0"/>
              <a:t> documentation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Validated modular AI pipelines for document intelligence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ECE1BF-CB57-4102-810E-01086160E1ED}"/>
              </a:ext>
            </a:extLst>
          </p:cNvPr>
          <p:cNvSpPr/>
          <p:nvPr/>
        </p:nvSpPr>
        <p:spPr>
          <a:xfrm>
            <a:off x="13752577" y="26479500"/>
            <a:ext cx="6949440" cy="327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FUTURE SCOPE</a:t>
            </a:r>
          </a:p>
          <a:p>
            <a:pPr algn="ctr"/>
            <a:endParaRPr lang="en-IN" sz="1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Support for SDD, ICD, STR documents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Automatic template detection User authentication &amp; access control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Improved UI/UX and feedback-driven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3D30F-7F31-40D0-906F-89A152143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0732898"/>
            <a:ext cx="14446966" cy="68497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CD10298-C7D1-414E-8879-89EE737DE395}"/>
              </a:ext>
            </a:extLst>
          </p:cNvPr>
          <p:cNvSpPr/>
          <p:nvPr/>
        </p:nvSpPr>
        <p:spPr>
          <a:xfrm>
            <a:off x="603503" y="16186066"/>
            <a:ext cx="5468113" cy="4735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Phase II: Structural Standardization</a:t>
            </a:r>
          </a:p>
          <a:p>
            <a:endParaRPr lang="en-IN" sz="10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Heading &amp; content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Semantic section mapping using: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SentenceTransformer embeddings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Fuzzy matching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Regex refinement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Normalized JSON document structure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E7FC5A-51F9-4DEF-AA97-6CDB6FF81283}"/>
              </a:ext>
            </a:extLst>
          </p:cNvPr>
          <p:cNvSpPr/>
          <p:nvPr/>
        </p:nvSpPr>
        <p:spPr>
          <a:xfrm>
            <a:off x="6537683" y="17834852"/>
            <a:ext cx="6693408" cy="3981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800" dirty="0">
              <a:solidFill>
                <a:schemeClr val="tx1"/>
              </a:solidFill>
            </a:endParaRPr>
          </a:p>
          <a:p>
            <a:pPr algn="ctr"/>
            <a:r>
              <a:rPr lang="en-IN" sz="3200" b="1" dirty="0">
                <a:solidFill>
                  <a:schemeClr val="tx1"/>
                </a:solidFill>
              </a:rPr>
              <a:t>Phase III: Automated Logic Verification</a:t>
            </a:r>
          </a:p>
          <a:p>
            <a:endParaRPr lang="en-IN" sz="10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Checklist question–section mapping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Dynamic prompt-driven LLM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GLM-4 generates: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Yes/No verdict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Concise rationale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Structured JSON output for scoring</a:t>
            </a:r>
          </a:p>
        </p:txBody>
      </p:sp>
    </p:spTree>
    <p:extLst>
      <p:ext uri="{BB962C8B-B14F-4D97-AF65-F5344CB8AC3E}">
        <p14:creationId xmlns:p14="http://schemas.microsoft.com/office/powerpoint/2010/main" val="156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439</Words>
  <Application>Microsoft Office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Anand</dc:creator>
  <cp:lastModifiedBy>Aayush Anand</cp:lastModifiedBy>
  <cp:revision>5</cp:revision>
  <dcterms:created xsi:type="dcterms:W3CDTF">2026-01-19T01:43:33Z</dcterms:created>
  <dcterms:modified xsi:type="dcterms:W3CDTF">2026-01-19T08:59:22Z</dcterms:modified>
</cp:coreProperties>
</file>